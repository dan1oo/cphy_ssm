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3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79" r:id="rId1"/>
    <p:sldMasterId id="2147483648" r:id="rId2"/>
    <p:sldMasterId id="2147483659" r:id="rId3"/>
    <p:sldMasterId id="2147483669" r:id="rId4"/>
  </p:sldMasterIdLst>
  <p:notesMasterIdLst>
    <p:notesMasterId r:id="rId10"/>
  </p:notesMasterIdLst>
  <p:sldIdLst>
    <p:sldId id="711" r:id="rId5"/>
    <p:sldId id="714" r:id="rId6"/>
    <p:sldId id="710" r:id="rId7"/>
    <p:sldId id="708" r:id="rId8"/>
    <p:sldId id="709" r:id="rId9"/>
  </p:sldIdLst>
  <p:sldSz cx="9144000" cy="5143500" type="screen16x9"/>
  <p:notesSz cx="6858000" cy="9313863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ヒラギノ角ゴ Pro W3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ヒラギノ角ゴ Pro W3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ヒラギノ角ゴ Pro W3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ヒラギノ角ゴ Pro W3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ヒラギノ角ゴ Pro W3"/>
        <a:cs typeface="Arial" charset="0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ヒラギノ角ゴ Pro W3"/>
        <a:cs typeface="Arial" charset="0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ヒラギノ角ゴ Pro W3"/>
        <a:cs typeface="Arial" charset="0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ヒラギノ角ゴ Pro W3"/>
        <a:cs typeface="Arial" charset="0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ヒラギノ角ゴ Pro W3"/>
        <a:cs typeface="Arial" charset="0"/>
      </a:defRPr>
    </a:lvl9pPr>
  </p:defaultTextStyle>
  <p:extLst>
    <p:ext uri="{521415D9-36F7-43E2-AB2F-B90AF26B5E84}">
      <p14:sectionLst xmlns:p14="http://schemas.microsoft.com/office/powerpoint/2010/main">
        <p14:section name="Untitled Section" id="{3540F3E4-3A56-594D-A98C-62123F4F527F}">
          <p14:sldIdLst>
            <p14:sldId id="711"/>
            <p14:sldId id="714"/>
            <p14:sldId id="710"/>
            <p14:sldId id="708"/>
            <p14:sldId id="70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notes" clrMode="bw"/>
  <p:clrMru>
    <a:srgbClr val="BF5700"/>
    <a:srgbClr val="C6531F"/>
    <a:srgbClr val="C01338"/>
    <a:srgbClr val="C00000"/>
    <a:srgbClr val="79C82A"/>
    <a:srgbClr val="DE7E7A"/>
    <a:srgbClr val="D61C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457" autoAdjust="0"/>
    <p:restoredTop sz="90884" autoAdjust="0"/>
  </p:normalViewPr>
  <p:slideViewPr>
    <p:cSldViewPr>
      <p:cViewPr varScale="1">
        <p:scale>
          <a:sx n="152" d="100"/>
          <a:sy n="152" d="100"/>
        </p:scale>
        <p:origin x="184" y="22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clId="Web-{DF61BC03-C347-4B76-B102-C0B229770122}"/>
    <pc:docChg chg="modSld">
      <pc:chgData name="" userId="" providerId="" clId="Web-{DF61BC03-C347-4B76-B102-C0B229770122}" dt="2018-03-19T17:40:31.207" v="3"/>
      <pc:docMkLst>
        <pc:docMk/>
      </pc:docMkLst>
      <pc:sldChg chg="modSp">
        <pc:chgData name="" userId="" providerId="" clId="Web-{DF61BC03-C347-4B76-B102-C0B229770122}" dt="2018-03-19T17:40:31.207" v="3"/>
        <pc:sldMkLst>
          <pc:docMk/>
          <pc:sldMk cId="247584020" sldId="711"/>
        </pc:sldMkLst>
        <pc:spChg chg="mod">
          <ac:chgData name="" userId="" providerId="" clId="Web-{DF61BC03-C347-4B76-B102-C0B229770122}" dt="2018-03-19T17:40:31.207" v="3"/>
          <ac:spMkLst>
            <pc:docMk/>
            <pc:sldMk cId="247584020" sldId="711"/>
            <ac:spMk id="12" creationId="{00000000-0000-0000-0000-000000000000}"/>
          </ac:spMkLst>
        </pc:spChg>
      </pc:sldChg>
    </pc:docChg>
  </pc:docChgLst>
  <pc:docChgLst>
    <pc:chgData clId="Web-{6F3EA92A-6327-4760-B8BE-E7EAE48D3FC4}"/>
    <pc:docChg chg="modSld">
      <pc:chgData name="" userId="" providerId="" clId="Web-{6F3EA92A-6327-4760-B8BE-E7EAE48D3FC4}" dt="2018-03-19T17:41:55.319" v="2"/>
      <pc:docMkLst>
        <pc:docMk/>
      </pc:docMkLst>
      <pc:sldChg chg="modSp">
        <pc:chgData name="" userId="" providerId="" clId="Web-{6F3EA92A-6327-4760-B8BE-E7EAE48D3FC4}" dt="2018-03-19T17:41:55.319" v="2"/>
        <pc:sldMkLst>
          <pc:docMk/>
          <pc:sldMk cId="247584020" sldId="711"/>
        </pc:sldMkLst>
        <pc:spChg chg="mod">
          <ac:chgData name="" userId="" providerId="" clId="Web-{6F3EA92A-6327-4760-B8BE-E7EAE48D3FC4}" dt="2018-03-19T17:41:55.319" v="2"/>
          <ac:spMkLst>
            <pc:docMk/>
            <pc:sldMk cId="247584020" sldId="711"/>
            <ac:spMk id="1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656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32" tIns="45666" rIns="91332" bIns="45666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cs typeface="ヒラギノ角ゴ Pro W3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457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656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32" tIns="45666" rIns="91332" bIns="45666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>
                <a:cs typeface="ヒラギノ角ゴ Pro W3"/>
              </a:defRPr>
            </a:lvl1pPr>
          </a:lstStyle>
          <a:p>
            <a:pPr>
              <a:defRPr/>
            </a:pPr>
            <a:fld id="{F6FD56A5-6355-4B13-B783-7CC5477550B3}" type="datetimeFigureOut">
              <a:rPr lang="en-US"/>
              <a:pPr>
                <a:defRPr/>
              </a:pPr>
              <a:t>11/30/25</a:t>
            </a:fld>
            <a:endParaRPr lang="en-US"/>
          </a:p>
        </p:txBody>
      </p:sp>
      <p:sp>
        <p:nvSpPr>
          <p:cNvPr id="163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27025" y="700088"/>
            <a:ext cx="6203950" cy="349091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458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424085"/>
            <a:ext cx="5486400" cy="4191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32" tIns="45666" rIns="91332" bIns="4566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458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46554"/>
            <a:ext cx="2971800" cy="4656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32" tIns="45666" rIns="91332" bIns="45666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cs typeface="ヒラギノ角ゴ Pro W3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458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846554"/>
            <a:ext cx="2971800" cy="4656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32" tIns="45666" rIns="91332" bIns="45666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>
                <a:cs typeface="ヒラギノ角ゴ Pro W3"/>
              </a:defRPr>
            </a:lvl1pPr>
          </a:lstStyle>
          <a:p>
            <a:pPr>
              <a:defRPr/>
            </a:pPr>
            <a:fld id="{6E074355-CE0D-4C68-A6CB-C364ED71B33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0979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7999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5110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21"/>
            <a:ext cx="7772400" cy="110251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2914650"/>
            <a:ext cx="7772400" cy="1314450"/>
          </a:xfrm>
        </p:spPr>
        <p:txBody>
          <a:bodyPr/>
          <a:lstStyle>
            <a:lvl1pPr marL="0" indent="0" algn="l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7"/>
            <a:ext cx="7772400" cy="1247774"/>
          </a:xfrm>
        </p:spPr>
        <p:txBody>
          <a:bodyPr anchor="t"/>
          <a:lstStyle>
            <a:lvl1pPr algn="l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82496"/>
            <a:ext cx="4038600" cy="3200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82496"/>
            <a:ext cx="4038600" cy="3200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599C950-0CDD-A035-08FD-C97C2EA28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688" y="641510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C4AAB63-BA0D-1EFC-E588-07C0111458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920884"/>
            <a:ext cx="5111750" cy="405116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5ABC10CF-4DF4-AB0D-7ECE-A28A5589BC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0688" y="1601629"/>
            <a:ext cx="3008313" cy="314182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CCF270B-CF5E-9E77-5076-42112E765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3829050"/>
            <a:ext cx="5486400" cy="42576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464A62F6-9C8C-4AF8-2097-9E4778C648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85800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AFDDF1D8-13EC-9DA1-34E9-C1C120DC33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92288" y="4254817"/>
            <a:ext cx="5486400" cy="60293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343"/>
            <a:ext cx="7772400" cy="1102995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2"/>
                </a:solidFill>
                <a:latin typeface="Arial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5613310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85800"/>
            <a:ext cx="8229600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82496"/>
            <a:ext cx="8229600" cy="29489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07834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>
                <a:latin typeface="Arial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bg2"/>
                </a:solidFill>
                <a:latin typeface="Arial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859884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82496"/>
            <a:ext cx="4038600" cy="301752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82496"/>
            <a:ext cx="4038600" cy="301752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067509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88" y="641510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920884"/>
            <a:ext cx="5111750" cy="405116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0688" y="1601629"/>
            <a:ext cx="3008313" cy="314182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369644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829050"/>
            <a:ext cx="5486400" cy="42576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85800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254817"/>
            <a:ext cx="5486400" cy="60293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361384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96908580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85800"/>
            <a:ext cx="8229600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82496"/>
            <a:ext cx="8229600" cy="29146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75015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>
                <a:latin typeface="Arial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bg2"/>
                </a:solidFill>
                <a:latin typeface="Arial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791588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82496"/>
            <a:ext cx="4038600" cy="310872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82496"/>
            <a:ext cx="4038600" cy="310872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40437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420688" y="641510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3575050" y="920884"/>
            <a:ext cx="5111750" cy="405116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half" idx="2"/>
          </p:nvPr>
        </p:nvSpPr>
        <p:spPr>
          <a:xfrm>
            <a:off x="420688" y="1601629"/>
            <a:ext cx="3008313" cy="314182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4902177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1792288" y="3829050"/>
            <a:ext cx="5486400" cy="42576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85800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7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254817"/>
            <a:ext cx="5486400" cy="60293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267081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jpg"/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jpg"/><Relationship Id="rId3" Type="http://schemas.openxmlformats.org/officeDocument/2006/relationships/slideLayout" Target="../slideLayouts/slideLayout15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7"/>
          <p:cNvSpPr>
            <a:spLocks noGrp="1"/>
          </p:cNvSpPr>
          <p:nvPr>
            <p:ph type="title"/>
          </p:nvPr>
        </p:nvSpPr>
        <p:spPr>
          <a:xfrm>
            <a:off x="495300" y="1200150"/>
            <a:ext cx="7886700" cy="1752600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/>
          <a:p>
            <a:r>
              <a:rPr lang="en-US" dirty="0"/>
              <a:t>Insert your</a:t>
            </a:r>
            <a:br>
              <a:rPr lang="en-US" dirty="0"/>
            </a:br>
            <a:r>
              <a:rPr lang="en-US" dirty="0"/>
              <a:t>headline here</a:t>
            </a:r>
            <a:br>
              <a:rPr lang="en-US" dirty="0"/>
            </a:br>
            <a:r>
              <a:rPr lang="en-US" dirty="0"/>
              <a:t>up to 3 lines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"/>
          </p:nvPr>
        </p:nvSpPr>
        <p:spPr>
          <a:xfrm>
            <a:off x="495300" y="3333749"/>
            <a:ext cx="7886700" cy="45720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Insert your subtitle or any additional description text here up to</a:t>
            </a:r>
            <a:br>
              <a:rPr lang="en-US" dirty="0"/>
            </a:br>
            <a:r>
              <a:rPr lang="en-US" dirty="0"/>
              <a:t>two lines of text or you can delete this text box</a:t>
            </a:r>
          </a:p>
        </p:txBody>
      </p:sp>
      <p:cxnSp>
        <p:nvCxnSpPr>
          <p:cNvPr id="14" name="Straight Connector 13"/>
          <p:cNvCxnSpPr/>
          <p:nvPr userDrawn="1"/>
        </p:nvCxnSpPr>
        <p:spPr>
          <a:xfrm>
            <a:off x="628650" y="3105150"/>
            <a:ext cx="5619750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/>
          <p:cNvSpPr txBox="1">
            <a:spLocks/>
          </p:cNvSpPr>
          <p:nvPr userDrawn="1"/>
        </p:nvSpPr>
        <p:spPr>
          <a:xfrm>
            <a:off x="490384" y="4171949"/>
            <a:ext cx="7886700" cy="45720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50000"/>
              </a:lnSpc>
              <a:spcAft>
                <a:spcPts val="0"/>
              </a:spcAft>
            </a:pPr>
            <a:r>
              <a:rPr lang="en-US" sz="1050" b="0" i="0" cap="all" baseline="0" dirty="0">
                <a:latin typeface="Arial Black" charset="0"/>
              </a:rPr>
              <a:t>Presenter or speaker name</a:t>
            </a:r>
          </a:p>
          <a:p>
            <a:pPr fontAlgn="auto">
              <a:lnSpc>
                <a:spcPct val="30000"/>
              </a:lnSpc>
              <a:spcAft>
                <a:spcPts val="0"/>
              </a:spcAft>
            </a:pPr>
            <a:r>
              <a:rPr lang="en-US" sz="1050" dirty="0"/>
              <a:t>Position/Role,</a:t>
            </a:r>
            <a:r>
              <a:rPr lang="en-US" sz="1050" baseline="0" dirty="0"/>
              <a:t> The University of Texas at Austin</a:t>
            </a:r>
            <a:endParaRPr lang="en-US" sz="1050" dirty="0"/>
          </a:p>
        </p:txBody>
      </p:sp>
      <p:sp>
        <p:nvSpPr>
          <p:cNvPr id="16" name="Text Placeholder 9"/>
          <p:cNvSpPr txBox="1">
            <a:spLocks/>
          </p:cNvSpPr>
          <p:nvPr userDrawn="1"/>
        </p:nvSpPr>
        <p:spPr>
          <a:xfrm>
            <a:off x="548640" y="457200"/>
            <a:ext cx="7828444" cy="38929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sz="1200" b="0" i="0" cap="all" baseline="0" dirty="0">
                <a:latin typeface="Arial Black" charset="0"/>
              </a:rPr>
              <a:t>Month 20xx</a:t>
            </a:r>
            <a:endParaRPr lang="en-US" sz="1200" b="0" dirty="0"/>
          </a:p>
        </p:txBody>
      </p:sp>
    </p:spTree>
    <p:extLst>
      <p:ext uri="{BB962C8B-B14F-4D97-AF65-F5344CB8AC3E}">
        <p14:creationId xmlns:p14="http://schemas.microsoft.com/office/powerpoint/2010/main" val="1503322918"/>
      </p:ext>
    </p:extLst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sz="4800" b="1" i="0" kern="800" cap="all" normalizeH="0" baseline="0">
          <a:solidFill>
            <a:schemeClr val="bg1"/>
          </a:solidFill>
          <a:latin typeface="Arial Black" charset="0"/>
          <a:ea typeface="Arial Black" charset="0"/>
          <a:cs typeface="Arial Black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/>
        <a:buNone/>
        <a:defRPr sz="1400" b="0" i="0" kern="1200" baseline="0">
          <a:solidFill>
            <a:schemeClr val="bg1"/>
          </a:solidFill>
          <a:latin typeface="Arial" charset="0"/>
          <a:ea typeface="Arial" charset="0"/>
          <a:cs typeface="Arial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b="0" i="0" kern="1200">
          <a:solidFill>
            <a:schemeClr val="bg1"/>
          </a:solidFill>
          <a:latin typeface="Arial" charset="0"/>
          <a:ea typeface="Arial" charset="0"/>
          <a:cs typeface="Arial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b="0" i="0" kern="1200">
          <a:solidFill>
            <a:schemeClr val="bg1"/>
          </a:solidFill>
          <a:latin typeface="Arial" charset="0"/>
          <a:ea typeface="Arial" charset="0"/>
          <a:cs typeface="Arial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b="0" i="0" kern="1200">
          <a:solidFill>
            <a:schemeClr val="bg1"/>
          </a:solidFill>
          <a:latin typeface="Arial" charset="0"/>
          <a:ea typeface="Arial" charset="0"/>
          <a:cs typeface="Arial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b="0" i="0" kern="1200">
          <a:solidFill>
            <a:schemeClr val="bg1"/>
          </a:solidFill>
          <a:latin typeface="Arial" charset="0"/>
          <a:ea typeface="Arial" charset="0"/>
          <a:cs typeface="Arial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8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85800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82496"/>
            <a:ext cx="8229600" cy="29535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7" r:id="rId6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bg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bg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bg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bg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bg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bg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8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85800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80210"/>
            <a:ext cx="8229600" cy="29489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81823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7" r:id="rId5"/>
    <p:sldLayoutId id="2147483668" r:id="rId6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bg2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bg2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bg2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bg2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bg2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bg2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8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85800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79972"/>
            <a:ext cx="8229600" cy="29146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91638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7" r:id="rId5"/>
    <p:sldLayoutId id="2147483678" r:id="rId6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bg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bg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bg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bg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bg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bg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/>
          <p:cNvCxnSpPr/>
          <p:nvPr/>
        </p:nvCxnSpPr>
        <p:spPr>
          <a:xfrm>
            <a:off x="628650" y="3105150"/>
            <a:ext cx="5619750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9"/>
          <p:cNvSpPr txBox="1">
            <a:spLocks/>
          </p:cNvSpPr>
          <p:nvPr/>
        </p:nvSpPr>
        <p:spPr>
          <a:xfrm>
            <a:off x="548640" y="4114800"/>
            <a:ext cx="7886700" cy="45720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50000"/>
              </a:lnSpc>
              <a:spcAft>
                <a:spcPts val="0"/>
              </a:spcAft>
            </a:pPr>
            <a:r>
              <a:rPr lang="en-US" sz="1050" b="0" i="0" cap="all" baseline="0" dirty="0" err="1">
                <a:latin typeface="Arial Black" charset="0"/>
              </a:rPr>
              <a:t>Nurali</a:t>
            </a:r>
            <a:r>
              <a:rPr lang="en-US" sz="1050" b="0" i="0" cap="all" baseline="0" dirty="0">
                <a:latin typeface="Arial Black" charset="0"/>
              </a:rPr>
              <a:t> </a:t>
            </a:r>
            <a:r>
              <a:rPr lang="en-US" sz="1050" b="0" i="0" cap="all" baseline="0" dirty="0" err="1">
                <a:latin typeface="Arial Black" charset="0"/>
              </a:rPr>
              <a:t>Bibolat</a:t>
            </a:r>
            <a:r>
              <a:rPr lang="en-US" sz="1050" b="0" i="0" cap="all" baseline="0" dirty="0">
                <a:latin typeface="Arial Black" charset="0"/>
              </a:rPr>
              <a:t>, Lily Nguyen, Daniel Wang</a:t>
            </a:r>
          </a:p>
          <a:p>
            <a:pPr fontAlgn="auto">
              <a:lnSpc>
                <a:spcPct val="30000"/>
              </a:lnSpc>
              <a:spcAft>
                <a:spcPts val="0"/>
              </a:spcAft>
            </a:pPr>
            <a:r>
              <a:rPr lang="en-US" sz="1050" dirty="0"/>
              <a:t>Undergraduate Students,</a:t>
            </a:r>
            <a:r>
              <a:rPr lang="en-US" sz="1050" baseline="0" dirty="0"/>
              <a:t> Department of Physics, The University of Texas at Austin</a:t>
            </a:r>
            <a:endParaRPr lang="en-US" sz="1050" dirty="0"/>
          </a:p>
        </p:txBody>
      </p:sp>
      <p:sp>
        <p:nvSpPr>
          <p:cNvPr id="12" name="Text Placeholder 9"/>
          <p:cNvSpPr txBox="1">
            <a:spLocks/>
          </p:cNvSpPr>
          <p:nvPr/>
        </p:nvSpPr>
        <p:spPr>
          <a:xfrm>
            <a:off x="548640" y="457200"/>
            <a:ext cx="7828444" cy="38929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sz="1200" b="0" i="0" cap="all" baseline="0" dirty="0">
                <a:latin typeface="Arial Black" charset="0"/>
              </a:rPr>
              <a:t>December </a:t>
            </a:r>
            <a:r>
              <a:rPr lang="en-US" sz="1200" cap="all" dirty="0">
                <a:latin typeface="Arial Black" charset="0"/>
              </a:rPr>
              <a:t>2025</a:t>
            </a:r>
            <a:endParaRPr lang="en-US" sz="1200" b="0" dirty="0"/>
          </a:p>
        </p:txBody>
      </p:sp>
      <p:sp>
        <p:nvSpPr>
          <p:cNvPr id="13" name="Title Placeholder 7"/>
          <p:cNvSpPr txBox="1">
            <a:spLocks/>
          </p:cNvSpPr>
          <p:nvPr/>
        </p:nvSpPr>
        <p:spPr>
          <a:xfrm>
            <a:off x="502920" y="1200150"/>
            <a:ext cx="7886700" cy="1752600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sz="3500" dirty="0"/>
              <a:t>Efficient Sequence Modeling with Structured State Spaces (S4)</a:t>
            </a:r>
          </a:p>
        </p:txBody>
      </p:sp>
      <p:sp>
        <p:nvSpPr>
          <p:cNvPr id="15" name="Text Placeholder 9"/>
          <p:cNvSpPr txBox="1">
            <a:spLocks/>
          </p:cNvSpPr>
          <p:nvPr/>
        </p:nvSpPr>
        <p:spPr>
          <a:xfrm>
            <a:off x="548640" y="3333749"/>
            <a:ext cx="7886700" cy="45720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dirty="0"/>
              <a:t>Implementing and Analyzing a Scalable Model for Long-Range Dependencies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699" y="320040"/>
            <a:ext cx="1877397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840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/>
          <p:cNvCxnSpPr/>
          <p:nvPr/>
        </p:nvCxnSpPr>
        <p:spPr>
          <a:xfrm>
            <a:off x="628650" y="3105150"/>
            <a:ext cx="5619750" cy="0"/>
          </a:xfrm>
          <a:prstGeom prst="line">
            <a:avLst/>
          </a:prstGeom>
          <a:ln w="19050">
            <a:solidFill>
              <a:srgbClr val="BF57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9"/>
          <p:cNvSpPr txBox="1">
            <a:spLocks/>
          </p:cNvSpPr>
          <p:nvPr/>
        </p:nvSpPr>
        <p:spPr>
          <a:xfrm>
            <a:off x="548640" y="4114800"/>
            <a:ext cx="7886700" cy="45720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50000"/>
              </a:lnSpc>
              <a:spcAft>
                <a:spcPts val="0"/>
              </a:spcAft>
            </a:pPr>
            <a:r>
              <a:rPr lang="en-US" sz="1050" b="0" i="0" cap="all" baseline="0" dirty="0">
                <a:solidFill>
                  <a:srgbClr val="BF5700"/>
                </a:solidFill>
                <a:latin typeface="Arial Black" charset="0"/>
              </a:rPr>
              <a:t>Presenter or speaker name</a:t>
            </a:r>
          </a:p>
          <a:p>
            <a:pPr fontAlgn="auto">
              <a:lnSpc>
                <a:spcPct val="30000"/>
              </a:lnSpc>
              <a:spcAft>
                <a:spcPts val="0"/>
              </a:spcAft>
            </a:pPr>
            <a:r>
              <a:rPr lang="en-US" sz="1050" dirty="0">
                <a:solidFill>
                  <a:srgbClr val="BF5700"/>
                </a:solidFill>
              </a:rPr>
              <a:t>Position/Role,</a:t>
            </a:r>
            <a:r>
              <a:rPr lang="en-US" sz="1050" baseline="0" dirty="0">
                <a:solidFill>
                  <a:srgbClr val="BF5700"/>
                </a:solidFill>
              </a:rPr>
              <a:t> The University of Texas at Austin</a:t>
            </a:r>
            <a:endParaRPr lang="en-US" sz="1050" dirty="0">
              <a:solidFill>
                <a:srgbClr val="BF5700"/>
              </a:solidFill>
            </a:endParaRPr>
          </a:p>
        </p:txBody>
      </p:sp>
      <p:sp>
        <p:nvSpPr>
          <p:cNvPr id="12" name="Text Placeholder 9"/>
          <p:cNvSpPr txBox="1">
            <a:spLocks/>
          </p:cNvSpPr>
          <p:nvPr/>
        </p:nvSpPr>
        <p:spPr>
          <a:xfrm>
            <a:off x="548640" y="457200"/>
            <a:ext cx="7828444" cy="38929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sz="1200" b="0" i="0" cap="all" baseline="0" dirty="0">
                <a:solidFill>
                  <a:srgbClr val="BF5700"/>
                </a:solidFill>
                <a:latin typeface="Arial Black" charset="0"/>
              </a:rPr>
              <a:t>Month 20xx</a:t>
            </a:r>
            <a:endParaRPr lang="en-US" sz="1200" b="0" dirty="0">
              <a:solidFill>
                <a:srgbClr val="BF5700"/>
              </a:solidFill>
            </a:endParaRPr>
          </a:p>
        </p:txBody>
      </p:sp>
      <p:sp>
        <p:nvSpPr>
          <p:cNvPr id="13" name="Title Placeholder 7"/>
          <p:cNvSpPr txBox="1">
            <a:spLocks/>
          </p:cNvSpPr>
          <p:nvPr/>
        </p:nvSpPr>
        <p:spPr>
          <a:xfrm>
            <a:off x="502920" y="1200150"/>
            <a:ext cx="7886700" cy="1752600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dirty="0">
                <a:solidFill>
                  <a:srgbClr val="BF5700"/>
                </a:solidFill>
              </a:rPr>
              <a:t>Insert your</a:t>
            </a:r>
            <a:br>
              <a:rPr lang="en-US" dirty="0">
                <a:solidFill>
                  <a:srgbClr val="BF5700"/>
                </a:solidFill>
              </a:rPr>
            </a:br>
            <a:r>
              <a:rPr lang="en-US" dirty="0">
                <a:solidFill>
                  <a:srgbClr val="BF5700"/>
                </a:solidFill>
              </a:rPr>
              <a:t>headline here</a:t>
            </a:r>
            <a:br>
              <a:rPr lang="en-US" dirty="0">
                <a:solidFill>
                  <a:srgbClr val="BF5700"/>
                </a:solidFill>
              </a:rPr>
            </a:br>
            <a:r>
              <a:rPr lang="en-US" dirty="0">
                <a:solidFill>
                  <a:srgbClr val="BF5700"/>
                </a:solidFill>
              </a:rPr>
              <a:t>up to 3 lines</a:t>
            </a:r>
          </a:p>
        </p:txBody>
      </p:sp>
      <p:sp>
        <p:nvSpPr>
          <p:cNvPr id="15" name="Text Placeholder 9"/>
          <p:cNvSpPr txBox="1">
            <a:spLocks/>
          </p:cNvSpPr>
          <p:nvPr/>
        </p:nvSpPr>
        <p:spPr>
          <a:xfrm>
            <a:off x="548640" y="3333749"/>
            <a:ext cx="7886700" cy="45720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dirty="0">
                <a:solidFill>
                  <a:srgbClr val="BF5700"/>
                </a:solidFill>
              </a:rPr>
              <a:t>Insert your subtitle or any additional description text here up to</a:t>
            </a:r>
            <a:br>
              <a:rPr lang="en-US" dirty="0">
                <a:solidFill>
                  <a:srgbClr val="BF5700"/>
                </a:solidFill>
              </a:rPr>
            </a:br>
            <a:r>
              <a:rPr lang="en-US" dirty="0">
                <a:solidFill>
                  <a:srgbClr val="BF5700"/>
                </a:solidFill>
              </a:rPr>
              <a:t>two lines of text or you can delete this text box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699" y="320040"/>
            <a:ext cx="1877397" cy="914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105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49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AB3D818-D681-D4B2-088F-9551F919D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9B2C2A8-3704-5D1A-D48C-088953EBB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678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00209"/>
      </p:ext>
    </p:extLst>
  </p:cSld>
  <p:clrMapOvr>
    <a:masterClrMapping/>
  </p:clrMapOvr>
</p:sld>
</file>

<file path=ppt/theme/theme1.xml><?xml version="1.0" encoding="utf-8"?>
<a:theme xmlns:a="http://schemas.openxmlformats.org/drawingml/2006/main" name="16-9 Cover">
  <a:themeElements>
    <a:clrScheme name="UT Brand Color Palette">
      <a:dk1>
        <a:srgbClr val="BE5700"/>
      </a:dk1>
      <a:lt1>
        <a:srgbClr val="FFFFFF"/>
      </a:lt1>
      <a:dk2>
        <a:srgbClr val="D6D2C3"/>
      </a:dk2>
      <a:lt2>
        <a:srgbClr val="333F48"/>
      </a:lt2>
      <a:accent1>
        <a:srgbClr val="F7961F"/>
      </a:accent1>
      <a:accent2>
        <a:srgbClr val="FFD600"/>
      </a:accent2>
      <a:accent3>
        <a:srgbClr val="A6CC57"/>
      </a:accent3>
      <a:accent4>
        <a:srgbClr val="579C41"/>
      </a:accent4>
      <a:accent5>
        <a:srgbClr val="00A8B6"/>
      </a:accent5>
      <a:accent6>
        <a:srgbClr val="005E86"/>
      </a:accent6>
      <a:hlink>
        <a:srgbClr val="BF5700"/>
      </a:hlink>
      <a:folHlink>
        <a:srgbClr val="9CADB7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6-9 Dark Background">
  <a:themeElements>
    <a:clrScheme name="UT Brand Color Palette">
      <a:dk1>
        <a:srgbClr val="BE5700"/>
      </a:dk1>
      <a:lt1>
        <a:srgbClr val="FFFFFF"/>
      </a:lt1>
      <a:dk2>
        <a:srgbClr val="D6D2C3"/>
      </a:dk2>
      <a:lt2>
        <a:srgbClr val="333F48"/>
      </a:lt2>
      <a:accent1>
        <a:srgbClr val="F7961F"/>
      </a:accent1>
      <a:accent2>
        <a:srgbClr val="FFD600"/>
      </a:accent2>
      <a:accent3>
        <a:srgbClr val="A6CC57"/>
      </a:accent3>
      <a:accent4>
        <a:srgbClr val="579C41"/>
      </a:accent4>
      <a:accent5>
        <a:srgbClr val="00A8B6"/>
      </a:accent5>
      <a:accent6>
        <a:srgbClr val="005E86"/>
      </a:accent6>
      <a:hlink>
        <a:srgbClr val="BF5700"/>
      </a:hlink>
      <a:folHlink>
        <a:srgbClr val="9CADB7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16-9 Light Background">
  <a:themeElements>
    <a:clrScheme name="UT Brand Color Palette">
      <a:dk1>
        <a:srgbClr val="BE5700"/>
      </a:dk1>
      <a:lt1>
        <a:srgbClr val="FFFFFF"/>
      </a:lt1>
      <a:dk2>
        <a:srgbClr val="D6D2C3"/>
      </a:dk2>
      <a:lt2>
        <a:srgbClr val="333F48"/>
      </a:lt2>
      <a:accent1>
        <a:srgbClr val="F7961F"/>
      </a:accent1>
      <a:accent2>
        <a:srgbClr val="FFD600"/>
      </a:accent2>
      <a:accent3>
        <a:srgbClr val="A6CC57"/>
      </a:accent3>
      <a:accent4>
        <a:srgbClr val="579C41"/>
      </a:accent4>
      <a:accent5>
        <a:srgbClr val="00A8B6"/>
      </a:accent5>
      <a:accent6>
        <a:srgbClr val="005E86"/>
      </a:accent6>
      <a:hlink>
        <a:srgbClr val="BF5700"/>
      </a:hlink>
      <a:folHlink>
        <a:srgbClr val="9CADB7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16-9 White Backgroud">
  <a:themeElements>
    <a:clrScheme name="UT Brand Color Palette">
      <a:dk1>
        <a:srgbClr val="BE5700"/>
      </a:dk1>
      <a:lt1>
        <a:srgbClr val="FFFFFF"/>
      </a:lt1>
      <a:dk2>
        <a:srgbClr val="D6D2C3"/>
      </a:dk2>
      <a:lt2>
        <a:srgbClr val="333F48"/>
      </a:lt2>
      <a:accent1>
        <a:srgbClr val="F7961F"/>
      </a:accent1>
      <a:accent2>
        <a:srgbClr val="FFD600"/>
      </a:accent2>
      <a:accent3>
        <a:srgbClr val="A6CC57"/>
      </a:accent3>
      <a:accent4>
        <a:srgbClr val="579C41"/>
      </a:accent4>
      <a:accent5>
        <a:srgbClr val="00A8B6"/>
      </a:accent5>
      <a:accent6>
        <a:srgbClr val="005E86"/>
      </a:accent6>
      <a:hlink>
        <a:srgbClr val="BF5700"/>
      </a:hlink>
      <a:folHlink>
        <a:srgbClr val="9CADB7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5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5726</TotalTime>
  <Words>93</Words>
  <Application>Microsoft Macintosh PowerPoint</Application>
  <PresentationFormat>On-screen Show (16:9)</PresentationFormat>
  <Paragraphs>12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Arial</vt:lpstr>
      <vt:lpstr>Arial Black</vt:lpstr>
      <vt:lpstr>Calibri</vt:lpstr>
      <vt:lpstr>16-9 Cover</vt:lpstr>
      <vt:lpstr>16-9 Dark Background</vt:lpstr>
      <vt:lpstr>16-9 Light Background</vt:lpstr>
      <vt:lpstr>16-9 White Backgroud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</dc:title>
  <dc:subject/>
  <dc:creator>University Marketing and Creative Services</dc:creator>
  <cp:keywords/>
  <dc:description/>
  <cp:lastModifiedBy>Nguyen, Lily M</cp:lastModifiedBy>
  <cp:revision>400</cp:revision>
  <cp:lastPrinted>2011-01-24T02:49:42Z</cp:lastPrinted>
  <dcterms:created xsi:type="dcterms:W3CDTF">2011-06-30T15:04:08Z</dcterms:created>
  <dcterms:modified xsi:type="dcterms:W3CDTF">2025-12-01T02:57:56Z</dcterms:modified>
  <cp:category/>
</cp:coreProperties>
</file>